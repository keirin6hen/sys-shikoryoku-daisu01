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76DBE-C566-4D36-9256-6F8C56789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934D65-2F77-486C-B00A-653412F56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C1C9AE-BD5E-48AF-B954-4761795B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8ED11-C20C-4CE5-B55D-B2CEBA98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1C06B4-51D0-4BCC-A3F9-F4E481C3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79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6D5776-AC9A-4D3A-9780-FA4E29B08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1C1C08-18E7-4CF2-BDA4-E6FE228C6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F96F4E-3DAD-4E31-B229-85AB0854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BBE19B-1F84-466A-9D03-04C41AD4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9313E5-6ADF-41DD-894C-DE970C13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73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18937B-FBA0-419A-8F2B-B2711EB7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622294-FAA0-47EC-AA4C-33363A80F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B8DBA6-9880-4A9B-93D9-525FE1FB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D527DF-C765-4EDA-ACB2-3C702A70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A329C3-5B77-4D88-87D8-19531BEF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49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697FA-0047-42DE-AEC9-0197EFF1F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788B5E-69A3-48B0-94B3-7DD2D3500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692493-7379-47C7-A963-031056E5E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F7F05F-569B-48E6-B8BC-B35D66FD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68A0B8-3301-4A7D-90E0-94876259C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D2CDE6-F1AB-45DF-982A-A2C866BB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98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1F8B6-B8B9-4103-9E2D-5D923BC3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5183AE-6AAC-4817-B203-7B7BC3853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3B48A-A71E-47DC-A06C-5C2288546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37AC5C3-4133-4E08-9697-A98C42629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B3326C5-DD04-45D5-B33F-B5AD913B1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A2C45A5-4227-4205-80F3-F014ED20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FE39CD1-3396-4B09-BF73-7BA70D4E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918C1C8-B565-4CF7-9BC7-8506F95D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88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8110AF-0513-4AC5-91D6-82CE75AE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6BC77C-B5E4-4D61-9D12-4DA8B152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68E850-6A03-414F-95B3-8AAFC1AF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9C7E92-981D-4B7E-B947-65917DAB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91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4C7CAB-AF9A-4595-BE35-B9EBC2C2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073BD9B-29E2-4CE1-B2D3-165A7C2B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9E680E-775E-4A68-B598-BC6F6222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35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83A476-4279-43CA-ADF7-6656E9DCB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21C8BD-0E52-4CFD-AAE6-523E81858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831D20-9A4D-4A45-A329-59C468205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1F3322-D165-4018-8146-28CC22978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C4E033-E558-4E81-8585-FC845637D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181A02-C36A-4BD5-9593-D0A39361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615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B02858-062D-44BD-96FD-93CD521A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67E2FA1-00B3-4103-B3F5-49972234D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C51316-EBA4-4D8C-B781-F9330FD0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F9B593-D52F-4901-B74D-5C75FC662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FE3AD7-CAB0-4DE9-B728-654991BA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AFB265-3F00-48CF-8972-9F81E6BA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98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B61E67-3C62-41AD-A3C7-C34CA09C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07BDC6-D075-4700-B879-9B2CB5981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73376D-7559-4C5B-9EB6-90392D99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D19B66-F5A0-4EB8-A429-4955B1A1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3AB704-863C-48C9-81DE-9581809E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29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A43FB24-98A1-4BCA-B7C2-08286AB63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23F49D-842C-47DB-AFC7-CE1A81EFC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CFE456-9C87-40A2-8DB5-1081CF88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679D11-5F60-492D-A397-7DAA260F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C2EFD6-4DEC-4198-B890-2584881C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53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C17B3E4-4F3A-4E71-A2DC-46730F6A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82F776-1AD9-42C9-9EE3-0E7C09125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994117-C2AD-4DB1-B0F4-612F5F400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A92B5-A22B-40B0-B68F-1EF48AB6424F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0EE076-EE51-4159-9B85-4A4EF3CDD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319C26-CE32-44FA-A157-82F67058E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B1A40-0600-433D-897E-DD2A76498F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7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835692F-4DE8-4297-9B61-B10B0C50F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962"/>
            <a:ext cx="4597167" cy="277515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5145882-CB55-446D-9F3A-0328C7140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7050"/>
            <a:ext cx="4584198" cy="38126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563C999-9A0E-4ADA-A08E-F20983A40F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317" y="10055"/>
            <a:ext cx="4519358" cy="326794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08B7C29-A26F-4034-9419-E696437DD1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285" y="3247138"/>
            <a:ext cx="4551779" cy="37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04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杉山 憲司</dc:creator>
  <cp:lastModifiedBy>杉山 憲司</cp:lastModifiedBy>
  <cp:revision>1</cp:revision>
  <dcterms:created xsi:type="dcterms:W3CDTF">2026-05-11T06:19:27Z</dcterms:created>
  <dcterms:modified xsi:type="dcterms:W3CDTF">2026-05-11T06:21:36Z</dcterms:modified>
</cp:coreProperties>
</file>